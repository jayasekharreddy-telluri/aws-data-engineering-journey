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4864608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KEYSTONE EDTECH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6675120" y="4864608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3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9144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FF6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BLOCK 4  ·  PYSPARK INTRO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32004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PySpark, briefly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365760" y="96012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know Python. You know SQL. PySpark sits exactly between the two.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61188" y="1417320"/>
            <a:ext cx="2697480" cy="2743200"/>
          </a:xfrm>
          <a:prstGeom prst="rect">
            <a:avLst/>
          </a:prstGeom>
          <a:solidFill>
            <a:srgbClr val="243757"/>
          </a:solidFill>
          <a:ln w="9525">
            <a:solidFill>
              <a:srgbClr val="3A4F7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1188" y="1417320"/>
            <a:ext cx="2697480" cy="73152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4068" y="1581912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PySpark?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44068" y="1965960"/>
            <a:ext cx="23317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Python API for Apache Spark.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Spark = the standard distributed compute engine for big data since 2014.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write Python. Spark distributes the work across a cluster.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23260" y="1417320"/>
            <a:ext cx="2697480" cy="2743200"/>
          </a:xfrm>
          <a:prstGeom prst="rect">
            <a:avLst/>
          </a:prstGeom>
          <a:solidFill>
            <a:srgbClr val="243757"/>
          </a:solidFill>
          <a:ln w="9525">
            <a:solidFill>
              <a:srgbClr val="3A4F7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23260" y="1417320"/>
            <a:ext cx="2697480" cy="73152"/>
          </a:xfrm>
          <a:prstGeom prst="rect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06140" y="1581912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we use it in Glue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406140" y="1965960"/>
            <a:ext cx="23317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Glue Jobs run on a managed Spark cluster.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code you paste is PySpark — read tables, transform rows, write back.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engine the rest of the data world uses for ETL at scale.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085332" y="1417320"/>
            <a:ext cx="2697480" cy="2743200"/>
          </a:xfrm>
          <a:prstGeom prst="rect">
            <a:avLst/>
          </a:prstGeom>
          <a:solidFill>
            <a:srgbClr val="243757"/>
          </a:solidFill>
          <a:ln w="9525">
            <a:solidFill>
              <a:srgbClr val="3A4F7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085332" y="1417320"/>
            <a:ext cx="2697480" cy="73152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68212" y="1581912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need today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268212" y="1965960"/>
            <a:ext cx="23317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DON'T need: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Spark internals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Cluster tuning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Performance optimization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DO need: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To READ PySpark code confidently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To know the 5 patterns we'll cover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65760" y="443484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5 minutes: 2 slides that map PySpark back to things you already know.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4864608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KEYSTONE EDTECH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6675120" y="4864608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3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9144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FF6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BLOCK 4  ·  PYSPARK INTRO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32004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It's SQL — just typed differently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365760" y="96012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PySpark operation has a direct SQL equivalent. You already know the logic.</a:t>
            </a:r>
            <a:endParaRPr lang="en-US" sz="14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417320"/>
          <a:ext cx="841248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3017520"/>
                <a:gridCol w="3383280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you want to do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4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6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SQL (you know this)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4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6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PySpark (the same thing)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4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600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Filter rows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4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75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WHERE total_amount &gt; 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4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75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.filter(col('total_amount') &gt; 0)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4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757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Select columns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4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75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SELECT id, name, city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4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75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.select('id', 'name', 'city')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4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757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 / replace column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4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75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CASE WHEN … THEN … ELSE … END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4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75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when(…).otherwise(…)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4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757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Group + aggregate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4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75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SELECT city, COUNT(*) GROUP BY city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4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75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.groupBy('city').agg(count('*'))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4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757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Join two tables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4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75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INNER JOIN restaurants ON id = id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4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75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.join(restaurants, on='id', how='inner')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4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757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Deduplicate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4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75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SELECT DISTINCT id, name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4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75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.dropDuplicates(['id', 'name'])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4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757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Order results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4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75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ORDER BY revenue DESC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4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75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.orderBy(col('revenue').desc())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4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757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365760" y="434340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operations. Same logic. Different syntax — instead of writing one SQL statement, you chain Python method calls on a DataFrame.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4864608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KEYSTONE EDTECH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6675120" y="4864608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3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9144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FF6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BLOCK 4  ·  PYSPARK INTRO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32004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things that will trip a SQL person up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365760" y="96012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Memorize these. Every PySpark error a SQL-fluent learner hits comes from one of them.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61188" y="1371600"/>
            <a:ext cx="2697480" cy="3108960"/>
          </a:xfrm>
          <a:prstGeom prst="rect">
            <a:avLst/>
          </a:prstGeom>
          <a:solidFill>
            <a:srgbClr val="243757"/>
          </a:solidFill>
          <a:ln w="9525">
            <a:solidFill>
              <a:srgbClr val="3A4F7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1188" y="1371600"/>
            <a:ext cx="2697480" cy="73152"/>
          </a:xfrm>
          <a:prstGeom prst="rect">
            <a:avLst/>
          </a:prstGeom>
          <a:solidFill>
            <a:srgbClr val="E91E63"/>
          </a:solidFill>
          <a:ln w="12700">
            <a:solidFill>
              <a:srgbClr val="E91E6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4068" y="1536192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 Wrap columns in col('…')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44068" y="196596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SQL, you just write the column name: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44068" y="2240280"/>
            <a:ext cx="2331720" cy="365760"/>
          </a:xfrm>
          <a:prstGeom prst="rect">
            <a:avLst/>
          </a:prstGeom>
          <a:solidFill>
            <a:srgbClr val="0F1A2E"/>
          </a:solidFill>
          <a:ln w="6350">
            <a:solidFill>
              <a:srgbClr val="3A4F7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1228" y="2331720"/>
            <a:ext cx="2057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total_amount &gt; 0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44068" y="269748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PySpark, wrap it: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44068" y="2971800"/>
            <a:ext cx="2331720" cy="365760"/>
          </a:xfrm>
          <a:prstGeom prst="rect">
            <a:avLst/>
          </a:prstGeom>
          <a:solidFill>
            <a:srgbClr val="0F1A2E"/>
          </a:solidFill>
          <a:ln w="6350">
            <a:solidFill>
              <a:srgbClr val="3A4F7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1228" y="3063240"/>
            <a:ext cx="2057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.filter(col('total_amount') &gt; 0)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44068" y="3474720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Python doesn't have SQL's bare-column references. col() builds a Spark Column object that supports &gt;, &lt;, ==, etc.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223260" y="1371600"/>
            <a:ext cx="2697480" cy="3108960"/>
          </a:xfrm>
          <a:prstGeom prst="rect">
            <a:avLst/>
          </a:prstGeom>
          <a:solidFill>
            <a:srgbClr val="243757"/>
          </a:solidFill>
          <a:ln w="9525">
            <a:solidFill>
              <a:srgbClr val="3A4F7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223260" y="1371600"/>
            <a:ext cx="2697480" cy="73152"/>
          </a:xfrm>
          <a:prstGeom prst="rect">
            <a:avLst/>
          </a:prstGeom>
          <a:solidFill>
            <a:srgbClr val="E91E63"/>
          </a:solidFill>
          <a:ln w="12700">
            <a:solidFill>
              <a:srgbClr val="E91E6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06140" y="1536192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 Use &amp;  |  not  and / or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3406140" y="196596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SQL, AND / OR: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406140" y="2240280"/>
            <a:ext cx="2331720" cy="365760"/>
          </a:xfrm>
          <a:prstGeom prst="rect">
            <a:avLst/>
          </a:prstGeom>
          <a:solidFill>
            <a:srgbClr val="0F1A2E"/>
          </a:solidFill>
          <a:ln w="6350">
            <a:solidFill>
              <a:srgbClr val="3A4F7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543300" y="2331720"/>
            <a:ext cx="2057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a &gt; 0 AND b &lt; 10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406140" y="269748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PySpark, &amp; with parens: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406140" y="2971800"/>
            <a:ext cx="2331720" cy="365760"/>
          </a:xfrm>
          <a:prstGeom prst="rect">
            <a:avLst/>
          </a:prstGeom>
          <a:solidFill>
            <a:srgbClr val="0F1A2E"/>
          </a:solidFill>
          <a:ln w="6350">
            <a:solidFill>
              <a:srgbClr val="3A4F7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543300" y="3063240"/>
            <a:ext cx="2057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(col('a') &gt; 0) &amp; (col('b') &lt; 10)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406140" y="3474720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Python's and/or work on whole values, not Spark Columns. Use &amp; | (bitwise). Parens are mandatory — operator precedence will bite you.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6085332" y="1371600"/>
            <a:ext cx="2697480" cy="3108960"/>
          </a:xfrm>
          <a:prstGeom prst="rect">
            <a:avLst/>
          </a:prstGeom>
          <a:solidFill>
            <a:srgbClr val="243757"/>
          </a:solidFill>
          <a:ln w="9525">
            <a:solidFill>
              <a:srgbClr val="3A4F7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085332" y="1371600"/>
            <a:ext cx="2697480" cy="73152"/>
          </a:xfrm>
          <a:prstGeom prst="rect">
            <a:avLst/>
          </a:prstGeom>
          <a:solidFill>
            <a:srgbClr val="E91E63"/>
          </a:solidFill>
          <a:ln w="12700">
            <a:solidFill>
              <a:srgbClr val="E91E6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268212" y="1536192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 Chains return new DataFrames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268212" y="196596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DataFrames are immutable. Each method returns a NEW one: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268212" y="2423160"/>
            <a:ext cx="2331720" cy="1097280"/>
          </a:xfrm>
          <a:prstGeom prst="rect">
            <a:avLst/>
          </a:prstGeom>
          <a:solidFill>
            <a:srgbClr val="0F1A2E"/>
          </a:solidFill>
          <a:ln w="6350">
            <a:solidFill>
              <a:srgbClr val="3A4F7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05372" y="2514600"/>
            <a:ext cx="2057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clean_df = (df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.filter(col('a') &gt; 0)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.withColumn('b', ...)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.dropDuplicates(['id']))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268212" y="3657600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 the whole chain in (parens) so each method sits on its own line. This is the standard PySpark style — every codebase looks like this.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365760" y="457200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That's it. With these 3 in mind + the SQL→PySpark translations, the code in Block 4 will read naturally.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Keystone Edtech Pvt Ltd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AWS DE — Day 2 — PySpark Intro</dc:title>
  <dc:subject>PptxGenJS Presentation</dc:subject>
  <dc:creator>Keystone Edtech</dc:creator>
  <cp:lastModifiedBy>Keystone Edtech</cp:lastModifiedBy>
  <cp:revision>1</cp:revision>
  <dcterms:created xsi:type="dcterms:W3CDTF">2026-04-27T00:38:56Z</dcterms:created>
  <dcterms:modified xsi:type="dcterms:W3CDTF">2026-04-27T00:38:56Z</dcterms:modified>
</cp:coreProperties>
</file>